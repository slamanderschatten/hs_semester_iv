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32D7B6-7633-D8E5-F00C-D22F92747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5FAA79-5F2A-7A6F-0C98-7707E1C57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35F702-8616-F224-101D-02F0C7F0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E4BE-D002-4BE7-8220-9AE650274CA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40B8BE-2363-72EF-DAC2-AF00F12E4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20E355-A59B-455B-3A3C-F109B36A6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6C64-0F8C-4C83-98C8-EBDBD8FE3D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7927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5F9D9D-B0FA-585B-76A3-A068CF18F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DA0BF0-F59E-A1E6-65C6-F7E5434C5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3CA2C1-47CB-1045-AF8B-D7FD2CFF7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E4BE-D002-4BE7-8220-9AE650274CA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0D8137-0368-F590-B632-45DC67BB4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D8DF82-5822-5AA0-79CF-222042CB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6C64-0F8C-4C83-98C8-EBDBD8FE3D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4068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BB3083-23D8-5C6A-F69F-27EE93E3E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ADF2DB-42AB-844F-4553-7B6BF3A0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0C7C29-3D4C-F837-0BB7-91A8804F7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E4BE-D002-4BE7-8220-9AE650274CA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F5346A-1913-F4CD-1F75-9A5B9FEC8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F8916D-2E2C-D087-7EE5-912EDB626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6C64-0F8C-4C83-98C8-EBDBD8FE3D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8643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FB0935-9868-F6B0-5BA0-A2B0B7CD9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C8D659-9CF2-6A13-A743-BB4E97CACA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88CFF11-49A5-07CD-CE5A-4FB4D7789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16248D9-037D-3F3E-85D1-088B3FB2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E4BE-D002-4BE7-8220-9AE650274CA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700E614-9D78-7F36-DBC1-682C5CFEF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6387D7-D9C0-810E-6B66-AEA2A830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6C64-0F8C-4C83-98C8-EBDBD8FE3D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9038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FD6F11-105F-DDDF-8ACE-340DE03B1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96C1E79-DCAD-5E3A-DDBE-E283B721C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F02E27-CC38-C3D3-D931-A2A3540FF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0A8F73C-9847-E02A-8E36-8807419CF5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A608829-9608-520B-35BE-27EF3DC515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EC55CA2-BD10-2262-4B3C-40F432CC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E4BE-D002-4BE7-8220-9AE650274CA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91E161D-E05A-9679-E108-5E557D8EF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BE90F1E-1E2A-B33C-001B-25050F3EF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6C64-0F8C-4C83-98C8-EBDBD8FE3D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9042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FDDA6B-04C9-6D17-4EA3-E69F11C50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2B74FE4-EF31-274C-A40D-E338EEF97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E4BE-D002-4BE7-8220-9AE650274CA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8632FA-E35C-C1DD-B1EF-9D92DFC68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912607-87D3-3A16-F038-C9D1D81EB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6C64-0F8C-4C83-98C8-EBDBD8FE3D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1802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6B69803-7774-3EAF-F924-BB758E02F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E4BE-D002-4BE7-8220-9AE650274CA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C678A90-5D6B-5080-4168-D03AE7610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B9C2EB4-5643-7B50-B16B-F70CD66C1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6C64-0F8C-4C83-98C8-EBDBD8FE3D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9094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A0327C-794D-6184-E7F2-445A075C5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08384D-C5D5-1560-9C39-69FF93237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99099D2-0A77-F517-E66B-6F41D6AD0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BC7D93C-D306-C6B8-DD91-7AF260352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E4BE-D002-4BE7-8220-9AE650274CA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E2B326E-E074-86E7-CEAE-DD05339AE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B634CB-1F98-04AD-7FF3-8B36C7AC9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6C64-0F8C-4C83-98C8-EBDBD8FE3D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7723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C7E95D-2CAC-9616-2CCE-A0EDE0D82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DAB4CF0-FBCF-BB02-09D5-4053792AB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A652C70-27FD-A97C-48DA-A1799D63C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39C013-3971-49F6-A65E-BE09F593C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E4BE-D002-4BE7-8220-9AE650274CA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5285CDC-C1CD-1D85-72E9-3B14C0F98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81F9965-8D33-3BD4-3E9B-DF251992B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6C64-0F8C-4C83-98C8-EBDBD8FE3D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3877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D98F08-6104-BB2C-27AC-E9410A5EF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8E90702-3393-4411-94D5-F2DA2E71E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D0FE19-1314-11B7-4AA1-293FB76AD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E4BE-D002-4BE7-8220-9AE650274CA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04B65B-BF6D-07C5-0C96-D6172CD45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593B00-D256-BD39-D705-59F5FC1F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6C64-0F8C-4C83-98C8-EBDBD8FE3D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5706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38DE83A-A11A-F4AD-D5DE-E1EC456556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F0E8371-A98F-5288-5D28-8BF7AA026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82FBEB-5D3F-4EDB-26F8-9F5A60A11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E4BE-D002-4BE7-8220-9AE650274CA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4E14B6-1A4D-689D-966B-D1D8D0DA5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3D39A7-FEC0-0A88-4522-C082A56BE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6C64-0F8C-4C83-98C8-EBDBD8FE3D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9112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3EED42D-F197-AB57-F683-D69838663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30B011-BE68-0DB2-7E5C-A2B76C03B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87ADB5-AC32-991A-C3ED-105AFF0069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54E4BE-D002-4BE7-8220-9AE650274CA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C7DA33-0F11-4B45-5C3C-0A46A7E8B6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4C781B-29B7-B525-E789-939750B0E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B6C64-0F8C-4C83-98C8-EBDBD8FE3D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604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charted 4 - A Thief's End: Test-Screenshots | NETZWELT">
            <a:extLst>
              <a:ext uri="{FF2B5EF4-FFF2-40B4-BE49-F238E27FC236}">
                <a16:creationId xmlns:a16="http://schemas.microsoft.com/office/drawing/2014/main" id="{29445AC7-083C-090D-E17F-4456DB6083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731" y="2298"/>
            <a:ext cx="12201731" cy="6863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E8AC802D-AFE3-A4B8-BE08-5EB62A873A5D}"/>
              </a:ext>
            </a:extLst>
          </p:cNvPr>
          <p:cNvSpPr txBox="1"/>
          <p:nvPr/>
        </p:nvSpPr>
        <p:spPr>
          <a:xfrm>
            <a:off x="6743033" y="759327"/>
            <a:ext cx="48500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b="1" dirty="0">
                <a:solidFill>
                  <a:schemeClr val="bg1"/>
                </a:solidFill>
              </a:rPr>
              <a:t>Uncharted</a:t>
            </a:r>
          </a:p>
        </p:txBody>
      </p:sp>
    </p:spTree>
    <p:extLst>
      <p:ext uri="{BB962C8B-B14F-4D97-AF65-F5344CB8AC3E}">
        <p14:creationId xmlns:p14="http://schemas.microsoft.com/office/powerpoint/2010/main" val="955390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ncharted 4 im Test: Eine Perle unter den Videospielen">
            <a:extLst>
              <a:ext uri="{FF2B5EF4-FFF2-40B4-BE49-F238E27FC236}">
                <a16:creationId xmlns:a16="http://schemas.microsoft.com/office/drawing/2014/main" id="{BB015E1E-5C4A-D661-E85C-B407AF3CB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180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2EEB51-65A0-8A79-F3EA-5FB39B39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Charakter </a:t>
            </a:r>
            <a:r>
              <a:rPr lang="de-DE" dirty="0" err="1"/>
              <a:t>Perönlichkeit</a:t>
            </a:r>
            <a:r>
              <a:rPr lang="de-DE" dirty="0"/>
              <a:t>	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BE8550-E52C-0670-3C24-3437EF515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Unterschrocken</a:t>
            </a:r>
            <a:r>
              <a:rPr lang="de-DE" dirty="0"/>
              <a:t>.</a:t>
            </a:r>
          </a:p>
          <a:p>
            <a:r>
              <a:rPr lang="de-DE" dirty="0"/>
              <a:t>Leichtsinnig</a:t>
            </a:r>
          </a:p>
          <a:p>
            <a:r>
              <a:rPr lang="de-DE" dirty="0"/>
              <a:t>Altmodisch</a:t>
            </a:r>
          </a:p>
        </p:txBody>
      </p:sp>
      <p:pic>
        <p:nvPicPr>
          <p:cNvPr id="4" name="Picture 2" descr="Uncharted 4 im Test: Eine Perle unter den Videospielen">
            <a:extLst>
              <a:ext uri="{FF2B5EF4-FFF2-40B4-BE49-F238E27FC236}">
                <a16:creationId xmlns:a16="http://schemas.microsoft.com/office/drawing/2014/main" id="{ABBDD239-C09D-7660-A9D5-02F5A280D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243" y="2154988"/>
            <a:ext cx="7819042" cy="4398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4695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043F17-0D04-9A8A-721B-C18362473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Unerschrockenheit des Charakters</a:t>
            </a:r>
          </a:p>
        </p:txBody>
      </p:sp>
      <p:pic>
        <p:nvPicPr>
          <p:cNvPr id="3074" name="Picture 2" descr="Uncharted 4: A Thief's End - Entwicklung abgeschlossen -">
            <a:extLst>
              <a:ext uri="{FF2B5EF4-FFF2-40B4-BE49-F238E27FC236}">
                <a16:creationId xmlns:a16="http://schemas.microsoft.com/office/drawing/2014/main" id="{611B6B2C-A2C7-DC50-174E-9962CF0E7AD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3" y="1552019"/>
            <a:ext cx="5466808" cy="3068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Uncharted 4 Could've Had A Much More Complex Climbing Mechanic">
            <a:extLst>
              <a:ext uri="{FF2B5EF4-FFF2-40B4-BE49-F238E27FC236}">
                <a16:creationId xmlns:a16="http://schemas.microsoft.com/office/drawing/2014/main" id="{E14EC1FB-0BAF-EB18-A3F1-D99CB8950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476" y="2947738"/>
            <a:ext cx="7820524" cy="3910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086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04246-C645-CA70-8FAA-7A85AA55D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Bewegungsabläufe</a:t>
            </a:r>
          </a:p>
        </p:txBody>
      </p:sp>
      <p:pic>
        <p:nvPicPr>
          <p:cNvPr id="4102" name="Picture 6" descr="Uncharted 4: A Thief's End - Chap 8: Climbing &amp; Sliding Around Scotland  ''My Ass Is Full of Gravel''">
            <a:extLst>
              <a:ext uri="{FF2B5EF4-FFF2-40B4-BE49-F238E27FC236}">
                <a16:creationId xmlns:a16="http://schemas.microsoft.com/office/drawing/2014/main" id="{DD8D83A3-9328-F6B3-B20B-ADC4F1E196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66" t="24378" r="24977"/>
          <a:stretch>
            <a:fillRect/>
          </a:stretch>
        </p:blipFill>
        <p:spPr bwMode="auto">
          <a:xfrm>
            <a:off x="128336" y="1690688"/>
            <a:ext cx="2951748" cy="3174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Uncharted 4 - A Thief's End Galerie | GamersGlobal">
            <a:extLst>
              <a:ext uri="{FF2B5EF4-FFF2-40B4-BE49-F238E27FC236}">
                <a16:creationId xmlns:a16="http://schemas.microsoft.com/office/drawing/2014/main" id="{079F22D0-7CD3-FD2A-D567-052CD07BA7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83" r="26435"/>
          <a:stretch>
            <a:fillRect/>
          </a:stretch>
        </p:blipFill>
        <p:spPr bwMode="auto">
          <a:xfrm>
            <a:off x="481856" y="4080042"/>
            <a:ext cx="4598143" cy="2665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Uncharted 4: A Thief's End : r/VirtualPhotographers">
            <a:extLst>
              <a:ext uri="{FF2B5EF4-FFF2-40B4-BE49-F238E27FC236}">
                <a16:creationId xmlns:a16="http://schemas.microsoft.com/office/drawing/2014/main" id="{900C1AF0-5A4B-837A-0616-493DA2DB60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1" r="35000" b="18354"/>
          <a:stretch>
            <a:fillRect/>
          </a:stretch>
        </p:blipFill>
        <p:spPr bwMode="auto">
          <a:xfrm>
            <a:off x="2875548" y="1547496"/>
            <a:ext cx="3220452" cy="2838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Uncharted 4: Kapitel 13 – Schiffbruch - Komplettlösung, Rätsel, Tipps -">
            <a:extLst>
              <a:ext uri="{FF2B5EF4-FFF2-40B4-BE49-F238E27FC236}">
                <a16:creationId xmlns:a16="http://schemas.microsoft.com/office/drawing/2014/main" id="{DF731CBF-4C8B-D26B-6E00-92247BBBBA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82" t="27914" b="8733"/>
          <a:stretch>
            <a:fillRect/>
          </a:stretch>
        </p:blipFill>
        <p:spPr bwMode="auto">
          <a:xfrm>
            <a:off x="4955347" y="3288632"/>
            <a:ext cx="6712610" cy="3569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Uncharted 4: A Thief's End - Storyteller-Test - Adventure Corner">
            <a:extLst>
              <a:ext uri="{FF2B5EF4-FFF2-40B4-BE49-F238E27FC236}">
                <a16:creationId xmlns:a16="http://schemas.microsoft.com/office/drawing/2014/main" id="{F72F6226-3BAC-76DF-0C91-F7AEC365F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664" y="0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5101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Breitbild</PresentationFormat>
  <Paragraphs>7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Charakter Perönlichkeit </vt:lpstr>
      <vt:lpstr>Unerschrockenheit des Charakters</vt:lpstr>
      <vt:lpstr>Bewegungsabläufe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Pfeiffer</dc:creator>
  <cp:lastModifiedBy>Stefan Pfeiffer</cp:lastModifiedBy>
  <cp:revision>1</cp:revision>
  <dcterms:created xsi:type="dcterms:W3CDTF">2026-03-31T10:04:41Z</dcterms:created>
  <dcterms:modified xsi:type="dcterms:W3CDTF">2026-03-31T10:21:34Z</dcterms:modified>
</cp:coreProperties>
</file>