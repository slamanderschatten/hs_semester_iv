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84E6AF-0708-3A6D-0D69-9408514E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5E4958-F24C-DE92-7991-084900712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1C049-778E-C1E9-686E-E57EEDEA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874FA8-160B-456D-4140-982DE0BF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D1516A-D809-3EBA-8A39-BB7F38B5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09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193CC-CFC9-47EB-3B29-9F8DC9EA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C9E2EB-2319-38E3-DE25-C02647608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FD7484-E83B-0A9C-9CEE-A8058928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4C00FA-BB57-6523-A52B-203BFC95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A68A33-219B-2958-DD93-8A1AC286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037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DB70B1-7338-2B7B-ABBE-8F789E1B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40CFA7-2143-782E-0840-FA7562A68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9A8801-12FB-F7F3-3CE7-DDAFA0FD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9FEBD3-C8D1-BF84-0821-2626BC8E9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EC1597-5CFF-671C-DECD-39BC1366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54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F96A87-0FDC-FF5A-29DD-CA3110A19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399444-7843-514E-DFDF-95CA27517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BB6CA9-1C1D-BDF7-6E09-F5CB67721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B7B18D-3396-673F-BF3B-DB4DC1107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76B602-284B-CDC3-E9B6-516D6141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FF45B2-D1B8-ADC0-F159-8F09876B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970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801806-0BD8-6460-8A2B-EA97CF908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57AFF1-B499-CF62-896A-DB92228D6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61A505-0F6F-6B22-F65C-B83EED062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FF19992-11F6-69C2-53D1-515FF3A25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EC36367-E19C-69B5-1966-D3A64CE53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928F279-B6AF-F703-6DB6-BAA85264E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AF08FB-6B86-9905-6D0B-01BF7F76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52F69AE-1F4E-9768-9EDB-2AB4A08F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37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D56707-9191-DED8-9322-89A1EA80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F411DF-FCE5-81B2-583B-7B2CA2F59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528A03-98E0-0BA4-9CC6-0331F2C4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16ED6B-76FB-2D66-4A26-2CFB088A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782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AD8476-15E3-D8F6-1345-07B9C3875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EB03319-EF7D-3B49-F4F9-08C2440E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A57A61-B693-5AD9-7149-EC9D481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8248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AFCD8-0501-9F54-57B5-5FE383BB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047502-16F1-7D31-7DB8-E6A1CC715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4E8485-C773-1FA5-B7BF-D5ACEA2B2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A8A975-40D5-438B-411D-35F3FD67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7510F4-24AB-3CAB-EAA7-5C4772037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5E2CFF-EED7-85B3-5533-5E97FFF8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5075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744E98-5DB3-72B5-6E9A-273FCE9E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622D816-AE79-7E3C-6BC6-A1FDC90215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476658-43CA-25DF-0E9B-764E4C8E5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B1E0E9-9D92-BC5E-60EE-6303E98A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98D9F2-1055-36E8-D44B-3FF15C34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5F9B02-3CCF-AD8C-E0F6-4EE6A316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574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6DBF8-2C74-B392-7D07-3CEAE960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31FC00-5473-0C37-C9A3-0F05AAD11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DAD4C7-FF72-33D1-30C0-ABE0DF3E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0CFE11-A1CF-2E0D-A008-9D57D5141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B699BF-362A-6EA9-D8CF-F3569112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1071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6EF5AA9-4702-5C95-93B6-7FEA3EE92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3B7D87F-686B-1C43-34A8-99CC62662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92AB2C-1072-3F72-5013-905A20CB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C65469-36BA-D8AC-3C40-55E353E9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67248C-B273-B742-70A1-2DDE5DDC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95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4250CE9-1C7F-2C32-21A3-EB545BF84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093FDC-FBC3-5AC2-CB46-477E37B79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2AE010-1326-A05A-18AB-C91DAC708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94979-0E12-4713-BA0C-055ABE84649C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6D7A0E-3705-C74B-6602-846504B66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C299D-A896-439F-FF21-FBAA1D86A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69924-3149-415A-A749-B023AA4A04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48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4763623D-CB3D-50B8-B1D6-9B5E08845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3" y="0"/>
            <a:ext cx="120040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04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Pfeiffer</dc:creator>
  <cp:lastModifiedBy>Stefan Pfeiffer</cp:lastModifiedBy>
  <cp:revision>2</cp:revision>
  <dcterms:created xsi:type="dcterms:W3CDTF">2026-05-12T10:25:32Z</dcterms:created>
  <dcterms:modified xsi:type="dcterms:W3CDTF">2026-05-12T10:26:39Z</dcterms:modified>
</cp:coreProperties>
</file>